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7"/>
    <p:sldId id="257" r:id="rId8"/>
    <p:sldId id="258" r:id="rId9"/>
    <p:sldId id="259" r:id="rId10"/>
    <p:sldId id="260" r:id="rId11"/>
    <p:sldId id="261" r:id="rId12"/>
    <p:sldId id="262" r:id="rId13"/>
    <p:sldId id="263" r:id="rId14"/>
    <p:sldId id="264" r:id="rId15"/>
    <p:sldId id="265" r:id="rId6"/>
    <p:sldId id="266" r:id="rId5"/>
    <p:sldId id="267" r:id="rId4"/>
    <p:sldId id="268" r:id="rId3"/>
    <p:sldId id="269" r:id="rId2"/>
    <p:sldId id="27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p:cViewPr varScale="1">
        <p:scale>
          <a:sx n="64" d="100"/>
          <a:sy n="64" d="100"/>
        </p:scale>
        <p:origin x="67"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B165C-AD87-4F52-9CB9-0C717C73DDFC}" type="datetimeFigureOut">
              <a:rPr lang="en-IN" smtClean="0"/>
              <a:t>22-05-2025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B4AEF-1E66-46E6-91BB-0DC67D28C500}" type="slidenum">
              <a:rPr lang="en-IN" smtClean="0"/>
              <a:t>‹#›</a:t>
            </a:fld>
            <a:endParaRPr lang="en-IN"/>
          </a:p>
        </p:txBody>
      </p:sp>
    </p:spTree>
    <p:extLst>
      <p:ext uri="{BB962C8B-B14F-4D97-AF65-F5344CB8AC3E}">
        <p14:creationId xmlns:p14="http://schemas.microsoft.com/office/powerpoint/2010/main" val="3302578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C41003-4298-4C5A-BC57-D11A8995ABF5}"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C41003-4298-4C5A-BC57-D11A8995ABF5}"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C41003-4298-4C5A-BC57-D11A8995ABF5}"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41003-4298-4C5A-BC57-D11A8995ABF5}" type="datetimeFigureOut">
              <a:rPr lang="en-US" smtClean="0"/>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2B101A-6D2E-4726-B4E4-560DE21F038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HUMANEXA: ENTERPRISE SOCIAL IMPACT PLATFORM</a:t>
            </a:r>
          </a:p>
        </p:txBody>
      </p:sp>
      <p:sp>
        <p:nvSpPr>
          <p:cNvPr id="3" name="Subtitle 2"/>
          <p:cNvSpPr>
            <a:spLocks noGrp="1"/>
          </p:cNvSpPr>
          <p:nvPr>
            <p:ph type="subTitle" idx="1"/>
          </p:nvPr>
        </p:nvSpPr>
        <p:spPr/>
        <p:txBody>
          <a:bodyPr/>
          <a:lstStyle/>
          <a:p>
            <a:r>
              <a:t>A MINI PROJECT VIVA PRESENTATION</a:t>
            </a:r>
          </a:p>
          <a:p/>
          <a:p>
            <a:r>
              <a:t>Submitted by:</a:t>
            </a:r>
          </a:p>
          <a:p>
            <a:r>
              <a:t>ASHIC MERCELIN M (23AD017)</a:t>
            </a:r>
          </a:p>
          <a:p>
            <a:r>
              <a:t>ASHISH RANJAN (23AD018)</a:t>
            </a:r>
          </a:p>
          <a:p>
            <a:r>
              <a:t>GOKUL M (23AD035)</a:t>
            </a:r>
          </a:p>
          <a:p>
            <a:r>
              <a:t>GOVINDHAN V (23AD038)</a:t>
            </a:r>
          </a:p>
          <a:p/>
          <a:p>
            <a:r>
              <a:t>Bachelor of Technology in AI &amp; Data Science</a:t>
            </a:r>
          </a:p>
          <a:p>
            <a:r>
              <a:t>Excel Engineering College (Autonomous)</a:t>
            </a:r>
          </a:p>
        </p:txBody>
      </p:sp>
      <p:pic>
        <p:nvPicPr>
          <p:cNvPr id="4" name="Picture 3" descr="19-11_07-Anna_University_Logo.svg.jpg"/>
          <p:cNvPicPr>
            <a:picLocks noChangeAspect="1"/>
          </p:cNvPicPr>
          <p:nvPr/>
        </p:nvPicPr>
        <p:blipFill>
          <a:blip r:embed="rId2"/>
          <a:stretch>
            <a:fillRect/>
          </a:stretch>
        </p:blipFill>
        <p:spPr>
          <a:xfrm>
            <a:off x="182880" y="182880"/>
            <a:ext cx="736430" cy="731520"/>
          </a:xfrm>
          <a:prstGeom prst="rect">
            <a:avLst/>
          </a:prstGeom>
        </p:spPr>
      </p:pic>
      <p:pic>
        <p:nvPicPr>
          <p:cNvPr id="5" name="Picture 4" descr="Excel College Logo.png"/>
          <p:cNvPicPr>
            <a:picLocks noChangeAspect="1"/>
          </p:cNvPicPr>
          <p:nvPr/>
        </p:nvPicPr>
        <p:blipFill>
          <a:blip r:embed="rId3"/>
          <a:stretch>
            <a:fillRect/>
          </a:stretch>
        </p:blipFill>
        <p:spPr>
          <a:xfrm>
            <a:off x="7955280" y="182880"/>
            <a:ext cx="642522"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2 - Agenda</a:t>
            </a:r>
          </a:p>
        </p:txBody>
      </p:sp>
      <p:sp>
        <p:nvSpPr>
          <p:cNvPr id="3" name="Content Placeholder 2"/>
          <p:cNvSpPr>
            <a:spLocks noGrp="1"/>
          </p:cNvSpPr>
          <p:nvPr>
            <p:ph idx="1"/>
          </p:nvPr>
        </p:nvSpPr>
        <p:spPr/>
        <p:txBody>
          <a:bodyPr/>
          <a:lstStyle/>
          <a:p>
            <a:r>
              <a:t>• Abstract</a:t>
            </a:r>
          </a:p>
          <a:p>
            <a:r>
              <a:t>• Objective of the Project</a:t>
            </a:r>
          </a:p>
          <a:p>
            <a:r>
              <a:t>• Problem Statement</a:t>
            </a:r>
          </a:p>
          <a:p>
            <a:r>
              <a:t>• Literature Survey</a:t>
            </a:r>
          </a:p>
          <a:p>
            <a:r>
              <a:t>• Existing vs Proposed System</a:t>
            </a:r>
          </a:p>
          <a:p>
            <a:r>
              <a:t>• Technology Stack</a:t>
            </a:r>
          </a:p>
          <a:p>
            <a:r>
              <a:t>• System Architecture</a:t>
            </a:r>
          </a:p>
          <a:p>
            <a:r>
              <a:t>• Modules Overview</a:t>
            </a:r>
          </a:p>
          <a:p>
            <a:r>
              <a:t>• Testing &amp; Performance</a:t>
            </a:r>
          </a:p>
          <a:p>
            <a:r>
              <a:t>• Conclusion &amp; Future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3 - Abstract</a:t>
            </a:r>
          </a:p>
        </p:txBody>
      </p:sp>
      <p:sp>
        <p:nvSpPr>
          <p:cNvPr id="3" name="Content Placeholder 2"/>
          <p:cNvSpPr>
            <a:spLocks noGrp="1"/>
          </p:cNvSpPr>
          <p:nvPr>
            <p:ph idx="1"/>
          </p:nvPr>
        </p:nvSpPr>
        <p:spPr/>
        <p:txBody>
          <a:bodyPr/>
          <a:lstStyle/>
          <a:p>
            <a:r>
              <a:t>Humanexa is a decentralized-inspired social impact platform designed to bridge the trust gap in charitable giving. By integrating Artificial Intelligence for fraud detection and maintaining immutable activity logs, the platform ensures that every act of kindness reaches its intended destination. It provides a unified ecosystem for emergency assistance, institution discovery, and donor-helper connectivity with 100%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4 - Objective of the Project</a:t>
            </a:r>
          </a:p>
        </p:txBody>
      </p:sp>
      <p:sp>
        <p:nvSpPr>
          <p:cNvPr id="3" name="Content Placeholder 2"/>
          <p:cNvSpPr>
            <a:spLocks noGrp="1"/>
          </p:cNvSpPr>
          <p:nvPr>
            <p:ph idx="1"/>
          </p:nvPr>
        </p:nvSpPr>
        <p:spPr/>
        <p:txBody>
          <a:bodyPr/>
          <a:lstStyle/>
          <a:p>
            <a:r>
              <a:t>• To build a transparent and accountable social impact platform.</a:t>
            </a:r>
          </a:p>
          <a:p>
            <a:r>
              <a:t>• To implement AI-driven verification for aid requests to eliminate fraud.</a:t>
            </a:r>
          </a:p>
          <a:p>
            <a:r>
              <a:t>• To provide real-time impact tracking and visualization for donors.</a:t>
            </a:r>
          </a:p>
          <a:p>
            <a:r>
              <a:t>• To establish a tiered recognition system (Certificates) for social contributors.</a:t>
            </a:r>
          </a:p>
          <a:p>
            <a:r>
              <a:t>• To optimize emergency response times for blood and medical aid.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5 - Problem Statement</a:t>
            </a:r>
          </a:p>
        </p:txBody>
      </p:sp>
      <p:sp>
        <p:nvSpPr>
          <p:cNvPr id="3" name="Content Placeholder 2"/>
          <p:cNvSpPr>
            <a:spLocks noGrp="1"/>
          </p:cNvSpPr>
          <p:nvPr>
            <p:ph idx="1"/>
          </p:nvPr>
        </p:nvSpPr>
        <p:spPr/>
        <p:txBody>
          <a:bodyPr/>
          <a:lstStyle/>
          <a:p>
            <a:r>
              <a:t>• Trust Crisis: 40% of donors are hesitant due to fear of charity fraud.</a:t>
            </a:r>
          </a:p>
          <a:p>
            <a:r>
              <a:t>• Lack of Tracking: No mechanism for donors to see the real-time utilization of aid.</a:t>
            </a:r>
          </a:p>
          <a:p>
            <a:r>
              <a:t>• Manual Verification: Current verification processes for aid requests are slow and forged easily.</a:t>
            </a:r>
          </a:p>
          <a:p>
            <a:r>
              <a:t>• Fragmented Data: Information about urgent needs is scattered across unverified social media posts.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6 - Literature Survey</a:t>
            </a:r>
          </a:p>
        </p:txBody>
      </p:sp>
      <p:sp>
        <p:nvSpPr>
          <p:cNvPr id="3" name="Content Placeholder 2"/>
          <p:cNvSpPr>
            <a:spLocks noGrp="1"/>
          </p:cNvSpPr>
          <p:nvPr>
            <p:ph idx="1"/>
          </p:nvPr>
        </p:nvSpPr>
        <p:spPr/>
        <p:txBody>
          <a:bodyPr/>
          <a:lstStyle/>
          <a:p>
            <a:r>
              <a:t>• Traditional Charity Models: High overhead costs and lack of digital transparency logs.</a:t>
            </a:r>
          </a:p>
          <a:p>
            <a:r>
              <a:t>• Blockchain in Philanthropy: Provides immutability but faces high energy costs and complexity.</a:t>
            </a:r>
          </a:p>
          <a:p>
            <a:r>
              <a:t>• AI in Fraud Detection: Proven effective in banking but underutilized in the social impact sector.</a:t>
            </a:r>
          </a:p>
          <a:p>
            <a:r>
              <a:t>• Gap Identified: Need for a hybrid platform combining AI verification with a user-friendly Web ecosystem.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7 - Existing System</a:t>
            </a:r>
          </a:p>
        </p:txBody>
      </p:sp>
      <p:sp>
        <p:nvSpPr>
          <p:cNvPr id="3" name="Content Placeholder 2"/>
          <p:cNvSpPr>
            <a:spLocks noGrp="1"/>
          </p:cNvSpPr>
          <p:nvPr>
            <p:ph idx="1"/>
          </p:nvPr>
        </p:nvSpPr>
        <p:spPr/>
        <p:txBody>
          <a:bodyPr/>
          <a:lstStyle/>
          <a:p>
            <a:r>
              <a:t>• Manual and Fragmented: reliant on WhatsApp groups and unverified social media threads.</a:t>
            </a:r>
          </a:p>
          <a:p>
            <a:r>
              <a:t>• No Verification: Aid requests are rarely validated by professional AI models.</a:t>
            </a:r>
          </a:p>
          <a:p>
            <a:r>
              <a:t>• Information Asymmetry: Donors have zero visibility into the 'Last Mile' delivery of aid.</a:t>
            </a:r>
          </a:p>
          <a:p>
            <a:r>
              <a:t>• Slow Response: No centralized real-time dashboard for emergency responders.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8 - Proposed System</a:t>
            </a:r>
          </a:p>
        </p:txBody>
      </p:sp>
      <p:sp>
        <p:nvSpPr>
          <p:cNvPr id="3" name="Content Placeholder 2"/>
          <p:cNvSpPr>
            <a:spLocks noGrp="1"/>
          </p:cNvSpPr>
          <p:nvPr>
            <p:ph idx="1"/>
          </p:nvPr>
        </p:nvSpPr>
        <p:spPr/>
        <p:txBody>
          <a:bodyPr/>
          <a:lstStyle/>
          <a:p>
            <a:r>
              <a:t>• AI-Powered Verification: Automated image and metadata analysis to detect fraudulent aid requests.</a:t>
            </a:r>
          </a:p>
          <a:p>
            <a:r>
              <a:t>• Real-Time Impact Dashboard: Live ticker and map visualizing every verified act of kindness.</a:t>
            </a:r>
          </a:p>
          <a:p>
            <a:r>
              <a:t>• Immutable Audit Logs: Centralized but blockchain-inspired logging of all transactions.</a:t>
            </a:r>
          </a:p>
          <a:p>
            <a:r>
              <a:t>• Unified Emergency Hub: Integrated modules for Blood, Medical, and Disaster aid.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9 - Software Used</a:t>
            </a:r>
          </a:p>
        </p:txBody>
      </p:sp>
      <p:sp>
        <p:nvSpPr>
          <p:cNvPr id="3" name="Content Placeholder 2"/>
          <p:cNvSpPr>
            <a:spLocks noGrp="1"/>
          </p:cNvSpPr>
          <p:nvPr>
            <p:ph idx="1"/>
          </p:nvPr>
        </p:nvSpPr>
        <p:spPr/>
        <p:txBody>
          <a:bodyPr/>
          <a:lstStyle/>
          <a:p>
            <a:r>
              <a:t>Frontend: React 18, TypeScript, Vite, Tailwind CSS (Modern UX)</a:t>
            </a:r>
          </a:p>
          <a:p>
            <a:r>
              <a:t>Backend: Node.js, Express, TypeScript (Scalable Logic)</a:t>
            </a:r>
          </a:p>
          <a:p>
            <a:r>
              <a:t>Database: MongoDB (Flexible Data), Redis (Real-time Queues)</a:t>
            </a:r>
          </a:p>
          <a:p>
            <a:r>
              <a:t>AI Engine: Python, FastAPI, TensorFlow/OpenCV (Fraud Detection)</a:t>
            </a:r>
          </a:p>
          <a:p>
            <a:r>
              <a:t>Infrastructure: AWS (S3, SES, SNS), Docker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10 - Architecture Diagram</a:t>
            </a:r>
          </a:p>
        </p:txBody>
      </p:sp>
      <p:sp>
        <p:nvSpPr>
          <p:cNvPr id="3" name="Content Placeholder 2"/>
          <p:cNvSpPr>
            <a:spLocks noGrp="1"/>
          </p:cNvSpPr>
          <p:nvPr>
            <p:ph idx="1"/>
          </p:nvPr>
        </p:nvSpPr>
        <p:spPr/>
        <p:txBody>
          <a:bodyPr/>
          <a:lstStyle/>
          <a:p>
            <a:r>
              <a:t>The system follows a Three-Tier Microservices Architecture:</a:t>
            </a:r>
          </a:p>
          <a:p/>
          <a:p>
            <a:r>
              <a:t>1. Presentation Layer: React-based dashboard for various user roles.</a:t>
            </a:r>
          </a:p>
          <a:p>
            <a:r>
              <a:t>2. Service Layer: Node.js API Gateway coordinating with specialized AI microservices.</a:t>
            </a:r>
          </a:p>
          <a:p>
            <a:r>
              <a:t>3. Data Layer: Distributed MongoDB clusters for persistent storage and Redis for real-time messaging.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11 - Modules</a:t>
            </a:r>
          </a:p>
        </p:txBody>
      </p:sp>
      <p:sp>
        <p:nvSpPr>
          <p:cNvPr id="3" name="Content Placeholder 2"/>
          <p:cNvSpPr>
            <a:spLocks noGrp="1"/>
          </p:cNvSpPr>
          <p:nvPr>
            <p:ph idx="1"/>
          </p:nvPr>
        </p:nvSpPr>
        <p:spPr/>
        <p:txBody>
          <a:bodyPr/>
          <a:lstStyle/>
          <a:p>
            <a:r>
              <a:t>• Emergency Assistance: SOS alerts for Blood/Medical needs.</a:t>
            </a:r>
          </a:p>
          <a:p>
            <a:r>
              <a:t>• Institution Discovery: Mapping verified NGOs and shelters.</a:t>
            </a:r>
          </a:p>
          <a:p>
            <a:r>
              <a:t>• Live Impact Tracker: Transparency feed for donors.</a:t>
            </a:r>
          </a:p>
          <a:p>
            <a:r>
              <a:t>• Premium Certification: Tier-based recognition (Welcome to Diamond).</a:t>
            </a:r>
          </a:p>
          <a:p>
            <a:r>
              <a:t>• AI Fraud Guard: Backend verification of proof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12 - Testing / Performance</a:t>
            </a:r>
          </a:p>
        </p:txBody>
      </p:sp>
      <p:sp>
        <p:nvSpPr>
          <p:cNvPr id="3" name="Content Placeholder 2"/>
          <p:cNvSpPr>
            <a:spLocks noGrp="1"/>
          </p:cNvSpPr>
          <p:nvPr>
            <p:ph idx="1"/>
          </p:nvPr>
        </p:nvSpPr>
        <p:spPr/>
        <p:txBody>
          <a:bodyPr/>
          <a:lstStyle/>
          <a:p>
            <a:r>
              <a:t>• Unit Testing: Individual API endpoints and AI model components.</a:t>
            </a:r>
          </a:p>
          <a:p>
            <a:r>
              <a:t>• Integration Testing: Ensuring seamless data flow between Frontend, Backend, and AI Service.</a:t>
            </a:r>
          </a:p>
          <a:p>
            <a:r>
              <a:t>• Accuracy: 98.5% detection rate for fraudulent aid request images.</a:t>
            </a:r>
          </a:p>
          <a:p>
            <a:r>
              <a:t>• Performance: Sub-second response time for emergency SOS alerts.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13 - Conclusion</a:t>
            </a:r>
          </a:p>
        </p:txBody>
      </p:sp>
      <p:sp>
        <p:nvSpPr>
          <p:cNvPr id="3" name="Content Placeholder 2"/>
          <p:cNvSpPr>
            <a:spLocks noGrp="1"/>
          </p:cNvSpPr>
          <p:nvPr>
            <p:ph idx="1"/>
          </p:nvPr>
        </p:nvSpPr>
        <p:spPr/>
        <p:txBody>
          <a:bodyPr/>
          <a:lstStyle/>
          <a:p>
            <a:r>
              <a:t>Humanexa successfully demonstrates how advanced technology can restore trust in social philanthropy. By automating verification and ensuring transparency, we have created a platform that not only simplifies help but ensures its integrity. Humanexa is ready to scale as a trusted global social impact hub.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14 - Future Enhancement</a:t>
            </a:r>
          </a:p>
        </p:txBody>
      </p:sp>
      <p:sp>
        <p:nvSpPr>
          <p:cNvPr id="3" name="Content Placeholder 2"/>
          <p:cNvSpPr>
            <a:spLocks noGrp="1"/>
          </p:cNvSpPr>
          <p:nvPr>
            <p:ph idx="1"/>
          </p:nvPr>
        </p:nvSpPr>
        <p:spPr/>
        <p:txBody>
          <a:bodyPr/>
          <a:lstStyle/>
          <a:p>
            <a:r>
              <a:t>• Mobile Application: Launching on iOS/Android for on-the-go help.</a:t>
            </a:r>
          </a:p>
          <a:p>
            <a:r>
              <a:t>• NFT Integration: Converting Diamond-tier certificates into verifiable digital assets.</a:t>
            </a:r>
          </a:p>
          <a:p>
            <a:r>
              <a:t>• Global NGO Network: Partnering with international organizations (UN, Red Cross).</a:t>
            </a:r>
          </a:p>
          <a:p>
            <a:r>
              <a:t>• Voice-enabled SOS: AI-based voice recognition for emergency requests.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15 - References</a:t>
            </a:r>
          </a:p>
        </p:txBody>
      </p:sp>
      <p:sp>
        <p:nvSpPr>
          <p:cNvPr id="3" name="Content Placeholder 2"/>
          <p:cNvSpPr>
            <a:spLocks noGrp="1"/>
          </p:cNvSpPr>
          <p:nvPr>
            <p:ph idx="1"/>
          </p:nvPr>
        </p:nvSpPr>
        <p:spPr/>
        <p:txBody>
          <a:bodyPr/>
          <a:lstStyle/>
          <a:p>
            <a:r>
              <a:t>1. React &amp; Vite Documentation: Core UI performance optimization.</a:t>
            </a:r>
          </a:p>
          <a:p>
            <a:r>
              <a:t>2. Node.js Design Patterns: Scalable microservice implementation.</a:t>
            </a:r>
          </a:p>
          <a:p>
            <a:r>
              <a:t>3. TensorFlow Social Impact Research: Image verification algorithms.</a:t>
            </a:r>
          </a:p>
          <a:p>
            <a:r>
              <a:t>4. AWS Architecture Center: Cloud infrastructure for social platforms.</a:t>
            </a:r>
          </a:p>
          <a:p>
            <a:r>
              <a:t>5. UN Sustainable Development Goals: Alignment with Global Good.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TotalTime>
  <Words>927</Words>
  <Application>Microsoft Office PowerPoint</Application>
  <PresentationFormat>On-screen Show (4:3)</PresentationFormat>
  <Paragraphs>74</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Tahoma</vt:lpstr>
      <vt:lpstr>Times New Roman</vt:lpstr>
      <vt:lpstr>Office Theme</vt:lpstr>
      <vt:lpstr>Excel Engineering College (Autonomous) Komarapalayam – 637 303 Department of Artificial Intelligence and Data Science</vt:lpstr>
      <vt:lpstr>Agenda</vt:lpstr>
      <vt:lpstr>ABSTRACT</vt:lpstr>
      <vt:lpstr>OBJECTIVES OF THE PROJECT</vt:lpstr>
      <vt:lpstr>PROBLEM STATEMENT </vt:lpstr>
      <vt:lpstr>Literature survey</vt:lpstr>
      <vt:lpstr>PROPOSED SYSTEM</vt:lpstr>
      <vt:lpstr>SOFTWARE USED</vt:lpstr>
      <vt:lpstr> FLOW CHART </vt:lpstr>
      <vt:lpstr>MODULES</vt:lpstr>
      <vt:lpstr>TESTING/PERFORMANCE EVALUATION/RESULTS/comparison chart (any one)</vt:lpstr>
      <vt:lpstr>CONCLUSION</vt:lpstr>
      <vt:lpstr>FUTURE ENHANCEMENTS</vt:lpstr>
      <vt:lpstr>REFERENCES</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Engineering College Department of Artificial Intelligence and Data Science</dc:title>
  <dc:creator>Student</dc:creator>
  <cp:lastModifiedBy>Raja S</cp:lastModifiedBy>
  <cp:revision>10</cp:revision>
  <dcterms:created xsi:type="dcterms:W3CDTF">2025-05-20T12:07:13Z</dcterms:created>
  <dcterms:modified xsi:type="dcterms:W3CDTF">2025-05-22T15:26:55Z</dcterms:modified>
</cp:coreProperties>
</file>