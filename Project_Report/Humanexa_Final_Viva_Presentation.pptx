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>
      <p:cViewPr varScale="1">
        <p:scale>
          <a:sx n="64" d="100"/>
          <a:sy n="64" d="100"/>
        </p:scale>
        <p:origin x="67" y="36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B165C-AD87-4F52-9CB9-0C717C73DDFC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B4AEF-1E66-46E6-91BB-0DC67D28C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57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41003-4298-4C5A-BC57-D11A8995ABF5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B101A-6D2E-4726-B4E4-560DE21F038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humanexa_hero_image_17771228093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HUMANEXA: Enterprise Social Impact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F0F0F0"/>
                </a:solidFill>
              </a:rPr>
              <a:t>AI-Powered Transparency &amp; Accountability in Charity</a:t>
            </a:r>
          </a:p>
          <a:p/>
          <a:p>
            <a:r>
              <a:rPr sz="2400">
                <a:solidFill>
                  <a:srgbClr val="F0F0F0"/>
                </a:solidFill>
              </a:rPr>
              <a:t>Submitted by:</a:t>
            </a:r>
          </a:p>
          <a:p>
            <a:r>
              <a:rPr sz="2400">
                <a:solidFill>
                  <a:srgbClr val="F0F0F0"/>
                </a:solidFill>
              </a:rPr>
              <a:t>GOKUL M &amp; TEAM</a:t>
            </a:r>
          </a:p>
          <a:p>
            <a:r>
              <a:rPr sz="2400">
                <a:solidFill>
                  <a:srgbClr val="F0F0F0"/>
                </a:solidFill>
              </a:rPr>
              <a:t>Department of AI &amp; Data Science</a:t>
            </a:r>
          </a:p>
          <a:p>
            <a:r>
              <a:rPr sz="2400">
                <a:solidFill>
                  <a:srgbClr val="F0F0F0"/>
                </a:solidFill>
              </a:rPr>
              <a:t>Excel Engineering College</a:t>
            </a:r>
          </a:p>
        </p:txBody>
      </p:sp>
      <p:pic>
        <p:nvPicPr>
          <p:cNvPr id="5" name="Picture 4" descr="19-11_07-Anna_University_Logo.s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6430" cy="731520"/>
          </a:xfrm>
          <a:prstGeom prst="rect">
            <a:avLst/>
          </a:prstGeom>
        </p:spPr>
      </p:pic>
      <p:pic>
        <p:nvPicPr>
          <p:cNvPr id="6" name="Picture 5" descr="Excel Colleg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82880"/>
            <a:ext cx="642522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Humanexa is a next-generation social impact ecosystem.</a:t>
            </a:r>
          </a:p>
          <a:p>
            <a:r>
              <a:t>It leverages AI and real-time tracking to bridge the gap between donors and those in need.</a:t>
            </a:r>
          </a:p>
          <a:p>
            <a:r>
              <a:t>Core Vision: Eliminating charity fraud and ensuring 100% transparency in contributions.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Charity Fraud: Global rise in forged aid requests.</a:t>
            </a:r>
          </a:p>
          <a:p>
            <a:r>
              <a:t>Lack of Transparency: Donors cannot track the exact destination of their funds.</a:t>
            </a:r>
          </a:p>
          <a:p>
            <a:r>
              <a:t>Fragmented Ecosystem: Separate platforms for blood donation, NGO discovery, and volunteerism.</a:t>
            </a:r>
          </a:p>
          <a:p>
            <a:r>
              <a:t>Inefficient Verification: Manual validation processes are slow and prone to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Coordination: reliance on social media groups and offline coordination.</a:t>
            </a:r>
          </a:p>
          <a:p>
            <a:r>
              <a:t>Verification Gaps: No automated way to verify 'Proof of Help'.</a:t>
            </a:r>
          </a:p>
          <a:p>
            <a:r>
              <a:t>Trust Deficit: Donors often hesitate due to uncertainty of impact.</a:t>
            </a:r>
          </a:p>
          <a:p>
            <a:r>
              <a:t>Delayed Emergencies: Fragmented data leads to slow response in critical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Development: Iterative building of core modules.</a:t>
            </a:r>
          </a:p>
          <a:p>
            <a:r>
              <a:t>System Architecture: MERN stack (MongoDB, Express, React, Node) + Python FastAPI for AI.</a:t>
            </a:r>
          </a:p>
          <a:p>
            <a:r>
              <a:t>AI Verification Engine: Using Computer Vision for fraud detection and face blurring.</a:t>
            </a:r>
          </a:p>
          <a:p>
            <a:r>
              <a:t>Security Protocols: JWT authentication and Role-Based Access Control (RBAC).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System: HUMANEXA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Platform: A unified hub for Donors, Helpers, and Institutions.</a:t>
            </a:r>
          </a:p>
          <a:p>
            <a:r>
              <a:t>AI-Powered Verification: Automated analysis of proof images to prevent fraud.</a:t>
            </a:r>
          </a:p>
          <a:p>
            <a:r>
              <a:t>Blockchain-Inspired Audit Logs: Immutable records of all transactions.</a:t>
            </a:r>
          </a:p>
          <a:p>
            <a:r>
              <a:t>Real-Time Transparency: Live impact maps and verification status for every donation.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18, TypeScript, Vite, Tailwind CSS.</a:t>
            </a:r>
          </a:p>
          <a:p>
            <a:r>
              <a:t>Backend: Node.js (Express), MongoDB, Redis (Queue Management).</a:t>
            </a:r>
          </a:p>
          <a:p>
            <a:r>
              <a:t>AI Service: Python FastAPI, TensorFlow/OpenCV (Fraud Detection).</a:t>
            </a:r>
          </a:p>
          <a:p>
            <a:r>
              <a:t>Infrastructure: AWS S3, SES, SNS for global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Assistance: Real-time SOS for blood and medical aid.</a:t>
            </a:r>
          </a:p>
          <a:p>
            <a:r>
              <a:t>Institution Discovery: Geo-spatial search for nearby NGOs and Shelters.</a:t>
            </a:r>
          </a:p>
          <a:p>
            <a:r>
              <a:t>Live Impact Ticker: Real-time verification feed of ongoing help.</a:t>
            </a:r>
          </a:p>
          <a:p>
            <a:r>
              <a:t>Admin Dashboard: Comprehensive control and analytics.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Certificate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Tiered Recognition:</a:t>
            </a:r>
          </a:p>
          <a:p>
            <a:r>
              <a:t>- Welcome</a:t>
            </a:r>
          </a:p>
          <a:p>
            <a:r>
              <a:t>- Bronze</a:t>
            </a:r>
          </a:p>
          <a:p>
            <a:r>
              <a:t>- Silver</a:t>
            </a:r>
          </a:p>
          <a:p>
            <a:r>
              <a:t>- Gold</a:t>
            </a:r>
          </a:p>
          <a:p>
            <a:r>
              <a:t>- Platinum</a:t>
            </a:r>
          </a:p>
          <a:p>
            <a:r>
              <a:t>- Diamond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Features:</a:t>
            </a:r>
          </a:p>
          <a:p>
            <a:r>
              <a:t>- 300 DPI Export</a:t>
            </a:r>
          </a:p>
          <a:p>
            <a:r>
              <a:t>- QR Verification</a:t>
            </a:r>
          </a:p>
          <a:p>
            <a:r>
              <a:t>- Blockchain Metadata</a:t>
            </a:r>
          </a:p>
          <a:p>
            <a:r>
              <a:t>- Museum-Grade Aesthetic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Privacy First: Automated face blurring in help proof images.</a:t>
            </a:r>
          </a:p>
          <a:p>
            <a:r>
              <a:t>Performance: Vite-powered frontend for sub-second load times.</a:t>
            </a:r>
          </a:p>
          <a:p>
            <a:r>
              <a:t>Transparency: Every aid act has a public verification link.</a:t>
            </a:r>
          </a:p>
          <a:p>
            <a:r>
              <a:t>Scalability: Dockerized microservices ready for cloud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2478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Result: Landing Page: Verified Impact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2049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Result: Donor Dashboard: Real-time Impact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2177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Result: Institution Discovery Portal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2134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Result: Emergency Alerts: Accepted &amp; Resolved SOS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222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Result: Helper Verification Interface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241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Result: Live Impact Feed &amp; Audit 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814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Result: Premium Certificate 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Future: Mobile App (React Native), Integration with UN SDG trackers.</a:t>
            </a:r>
          </a:p>
          <a:p>
            <a:r>
              <a:t>Expansion: NFT-based charity collectibles for diamond donors.</a:t>
            </a:r>
          </a:p>
          <a:p>
            <a:r>
              <a:t>Conclusion: Humanexa is a movement towards a trustable digital charity ecosystem.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Feedback</a:t>
            </a:r>
          </a:p>
          <a:p/>
          <a:p>
            <a:r>
              <a:t>Contact: gokulm@example.com</a:t>
            </a:r>
          </a:p>
          <a:p>
            <a:r>
              <a:t>Humanexa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686</TotalTime>
  <Words>927</Words>
  <Application>Microsoft Office PowerPoint</Application>
  <PresentationFormat>On-screen Show (4:3)</PresentationFormat>
  <Paragraphs>74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Tahoma</vt:lpstr>
      <vt:lpstr>Times New Roman</vt:lpstr>
      <vt:lpstr>Office Theme</vt:lpstr>
      <vt:lpstr>Excel Engineering College (Autonomous) Komarapalayam – 637 303 Department of Artificial Intelligence and Data Science</vt:lpstr>
      <vt:lpstr>Agenda</vt:lpstr>
      <vt:lpstr>ABSTRACT</vt:lpstr>
      <vt:lpstr>OBJECTIVES OF THE PROJECT</vt:lpstr>
      <vt:lpstr>PROBLEM STATEMENT </vt:lpstr>
      <vt:lpstr>Literature survey</vt:lpstr>
      <vt:lpstr>PROPOSED SYSTEM</vt:lpstr>
      <vt:lpstr>SOFTWARE USED</vt:lpstr>
      <vt:lpstr> FLOW CHART </vt:lpstr>
      <vt:lpstr>MODULES</vt:lpstr>
      <vt:lpstr>TESTING/PERFORMANCE EVALUATION/RESULTS/comparison chart (any one)</vt:lpstr>
      <vt:lpstr>CONCLUSION</vt:lpstr>
      <vt:lpstr>FUTURE ENHANCEMENTS</vt:lpstr>
      <vt:lpstr>REFERENCES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Engineering College Department of Artificial Intelligence and Data Science</dc:title>
  <dc:creator>Student</dc:creator>
  <cp:lastModifiedBy>Raja S</cp:lastModifiedBy>
  <cp:revision>10</cp:revision>
  <dcterms:created xsi:type="dcterms:W3CDTF">2025-05-20T12:07:13Z</dcterms:created>
  <dcterms:modified xsi:type="dcterms:W3CDTF">2025-05-22T15:26:55Z</dcterms:modified>
</cp:coreProperties>
</file>